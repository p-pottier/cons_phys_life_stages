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7CEB99"/>
    <a:srgbClr val="FFC6C6"/>
    <a:srgbClr val="E3A7C0"/>
    <a:srgbClr val="D884A6"/>
    <a:srgbClr val="8DDFC2"/>
    <a:srgbClr val="B5EAD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4" autoAdjust="0"/>
    <p:restoredTop sz="94660"/>
  </p:normalViewPr>
  <p:slideViewPr>
    <p:cSldViewPr snapToGrid="0">
      <p:cViewPr>
        <p:scale>
          <a:sx n="200" d="100"/>
          <a:sy n="200" d="100"/>
        </p:scale>
        <p:origin x="750" y="-18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e Pottier" userId="ec32cf48-b7cd-4a82-a4a8-291044dcd7e6" providerId="ADAL" clId="{93DF414C-E004-456A-B612-DD0B432CEB57}"/>
    <pc:docChg chg="undo custSel addSld delSld modSld">
      <pc:chgData name="Patrice Pottier" userId="ec32cf48-b7cd-4a82-a4a8-291044dcd7e6" providerId="ADAL" clId="{93DF414C-E004-456A-B612-DD0B432CEB57}" dt="2024-09-17T00:19:37.611" v="1402" actId="20577"/>
      <pc:docMkLst>
        <pc:docMk/>
      </pc:docMkLst>
      <pc:sldChg chg="addSp delSp modSp mod">
        <pc:chgData name="Patrice Pottier" userId="ec32cf48-b7cd-4a82-a4a8-291044dcd7e6" providerId="ADAL" clId="{93DF414C-E004-456A-B612-DD0B432CEB57}" dt="2024-09-17T00:19:37.611" v="1402" actId="20577"/>
        <pc:sldMkLst>
          <pc:docMk/>
          <pc:sldMk cId="1026396843" sldId="258"/>
        </pc:sldMkLst>
        <pc:spChg chg="add mod">
          <ac:chgData name="Patrice Pottier" userId="ec32cf48-b7cd-4a82-a4a8-291044dcd7e6" providerId="ADAL" clId="{93DF414C-E004-456A-B612-DD0B432CEB57}" dt="2024-09-10T01:06:47.810" v="768" actId="1076"/>
          <ac:spMkLst>
            <pc:docMk/>
            <pc:sldMk cId="1026396843" sldId="258"/>
            <ac:spMk id="2" creationId="{A0B021E2-CD24-A3BD-846E-D48D4E662F3F}"/>
          </ac:spMkLst>
        </pc:spChg>
        <pc:spChg chg="mod">
          <ac:chgData name="Patrice Pottier" userId="ec32cf48-b7cd-4a82-a4a8-291044dcd7e6" providerId="ADAL" clId="{93DF414C-E004-456A-B612-DD0B432CEB57}" dt="2024-09-11T23:37:07.149" v="1355" actId="14100"/>
          <ac:spMkLst>
            <pc:docMk/>
            <pc:sldMk cId="1026396843" sldId="258"/>
            <ac:spMk id="4" creationId="{172D858F-83C0-5338-02AC-E34393290133}"/>
          </ac:spMkLst>
        </pc:spChg>
        <pc:spChg chg="mod">
          <ac:chgData name="Patrice Pottier" userId="ec32cf48-b7cd-4a82-a4a8-291044dcd7e6" providerId="ADAL" clId="{93DF414C-E004-456A-B612-DD0B432CEB57}" dt="2024-09-11T23:37:07.149" v="1355" actId="14100"/>
          <ac:spMkLst>
            <pc:docMk/>
            <pc:sldMk cId="1026396843" sldId="258"/>
            <ac:spMk id="5" creationId="{1F3CDBBE-29BE-AE77-A9DE-0CDCB6783F84}"/>
          </ac:spMkLst>
        </pc:spChg>
        <pc:spChg chg="mod">
          <ac:chgData name="Patrice Pottier" userId="ec32cf48-b7cd-4a82-a4a8-291044dcd7e6" providerId="ADAL" clId="{93DF414C-E004-456A-B612-DD0B432CEB57}" dt="2024-09-11T23:53:36.370" v="1399" actId="20577"/>
          <ac:spMkLst>
            <pc:docMk/>
            <pc:sldMk cId="1026396843" sldId="258"/>
            <ac:spMk id="6" creationId="{6A4D9CB9-1F37-F1F0-88E7-3B4E9CCFF0C2}"/>
          </ac:spMkLst>
        </pc:spChg>
        <pc:spChg chg="mod">
          <ac:chgData name="Patrice Pottier" userId="ec32cf48-b7cd-4a82-a4a8-291044dcd7e6" providerId="ADAL" clId="{93DF414C-E004-456A-B612-DD0B432CEB57}" dt="2024-09-11T23:37:32.590" v="1376" actId="14100"/>
          <ac:spMkLst>
            <pc:docMk/>
            <pc:sldMk cId="1026396843" sldId="258"/>
            <ac:spMk id="7" creationId="{AE86106B-C2A8-11F3-4DAE-509C2429C45E}"/>
          </ac:spMkLst>
        </pc:spChg>
        <pc:spChg chg="mod">
          <ac:chgData name="Patrice Pottier" userId="ec32cf48-b7cd-4a82-a4a8-291044dcd7e6" providerId="ADAL" clId="{93DF414C-E004-456A-B612-DD0B432CEB57}" dt="2024-09-11T23:37:27.981" v="1375" actId="1035"/>
          <ac:spMkLst>
            <pc:docMk/>
            <pc:sldMk cId="1026396843" sldId="258"/>
            <ac:spMk id="8" creationId="{92A7DA9E-255C-E915-EAE8-098E3F074606}"/>
          </ac:spMkLst>
        </pc:spChg>
        <pc:spChg chg="mod">
          <ac:chgData name="Patrice Pottier" userId="ec32cf48-b7cd-4a82-a4a8-291044dcd7e6" providerId="ADAL" clId="{93DF414C-E004-456A-B612-DD0B432CEB57}" dt="2024-09-11T23:37:06.960" v="1354" actId="1038"/>
          <ac:spMkLst>
            <pc:docMk/>
            <pc:sldMk cId="1026396843" sldId="258"/>
            <ac:spMk id="14" creationId="{1908260A-C5F8-FDAA-3E27-AC0B14FE08E2}"/>
          </ac:spMkLst>
        </pc:spChg>
        <pc:spChg chg="mod">
          <ac:chgData name="Patrice Pottier" userId="ec32cf48-b7cd-4a82-a4a8-291044dcd7e6" providerId="ADAL" clId="{93DF414C-E004-456A-B612-DD0B432CEB57}" dt="2024-09-11T23:37:06.960" v="1354" actId="1038"/>
          <ac:spMkLst>
            <pc:docMk/>
            <pc:sldMk cId="1026396843" sldId="258"/>
            <ac:spMk id="15" creationId="{8040D6BE-FCF9-DD6D-CF90-0A774DAA0878}"/>
          </ac:spMkLst>
        </pc:spChg>
        <pc:spChg chg="mod">
          <ac:chgData name="Patrice Pottier" userId="ec32cf48-b7cd-4a82-a4a8-291044dcd7e6" providerId="ADAL" clId="{93DF414C-E004-456A-B612-DD0B432CEB57}" dt="2024-09-11T23:37:27.981" v="1375" actId="1035"/>
          <ac:spMkLst>
            <pc:docMk/>
            <pc:sldMk cId="1026396843" sldId="258"/>
            <ac:spMk id="16" creationId="{16D9699A-D05D-21B2-3782-8706159D25BF}"/>
          </ac:spMkLst>
        </pc:spChg>
        <pc:spChg chg="mod">
          <ac:chgData name="Patrice Pottier" userId="ec32cf48-b7cd-4a82-a4a8-291044dcd7e6" providerId="ADAL" clId="{93DF414C-E004-456A-B612-DD0B432CEB57}" dt="2024-09-11T23:37:06.960" v="1354" actId="1038"/>
          <ac:spMkLst>
            <pc:docMk/>
            <pc:sldMk cId="1026396843" sldId="258"/>
            <ac:spMk id="17" creationId="{1173AEB9-8B1C-62CD-2F9B-F450156FDEFF}"/>
          </ac:spMkLst>
        </pc:spChg>
        <pc:spChg chg="mod">
          <ac:chgData name="Patrice Pottier" userId="ec32cf48-b7cd-4a82-a4a8-291044dcd7e6" providerId="ADAL" clId="{93DF414C-E004-456A-B612-DD0B432CEB57}" dt="2024-09-11T23:37:06.960" v="1354" actId="1038"/>
          <ac:spMkLst>
            <pc:docMk/>
            <pc:sldMk cId="1026396843" sldId="258"/>
            <ac:spMk id="18" creationId="{8E6E2682-A745-AD9B-8982-48343F9FD5AE}"/>
          </ac:spMkLst>
        </pc:spChg>
        <pc:spChg chg="mod">
          <ac:chgData name="Patrice Pottier" userId="ec32cf48-b7cd-4a82-a4a8-291044dcd7e6" providerId="ADAL" clId="{93DF414C-E004-456A-B612-DD0B432CEB57}" dt="2024-09-11T23:37:06.960" v="1354" actId="1038"/>
          <ac:spMkLst>
            <pc:docMk/>
            <pc:sldMk cId="1026396843" sldId="258"/>
            <ac:spMk id="19" creationId="{F9699739-814D-4C17-C1BB-794C4CB39B70}"/>
          </ac:spMkLst>
        </pc:spChg>
        <pc:spChg chg="del mod">
          <ac:chgData name="Patrice Pottier" userId="ec32cf48-b7cd-4a82-a4a8-291044dcd7e6" providerId="ADAL" clId="{93DF414C-E004-456A-B612-DD0B432CEB57}" dt="2024-09-10T00:55:42.741" v="248" actId="478"/>
          <ac:spMkLst>
            <pc:docMk/>
            <pc:sldMk cId="1026396843" sldId="258"/>
            <ac:spMk id="21" creationId="{B547DC81-09E5-8C2D-82BC-9ADEDAD8169B}"/>
          </ac:spMkLst>
        </pc:spChg>
        <pc:spChg chg="del mod">
          <ac:chgData name="Patrice Pottier" userId="ec32cf48-b7cd-4a82-a4a8-291044dcd7e6" providerId="ADAL" clId="{93DF414C-E004-456A-B612-DD0B432CEB57}" dt="2024-09-10T00:55:38.504" v="245" actId="478"/>
          <ac:spMkLst>
            <pc:docMk/>
            <pc:sldMk cId="1026396843" sldId="258"/>
            <ac:spMk id="22" creationId="{9CBF9B33-BABA-47FB-0BA9-CCC2EF102F10}"/>
          </ac:spMkLst>
        </pc:spChg>
        <pc:spChg chg="del mod">
          <ac:chgData name="Patrice Pottier" userId="ec32cf48-b7cd-4a82-a4a8-291044dcd7e6" providerId="ADAL" clId="{93DF414C-E004-456A-B612-DD0B432CEB57}" dt="2024-09-10T00:55:43.491" v="249" actId="478"/>
          <ac:spMkLst>
            <pc:docMk/>
            <pc:sldMk cId="1026396843" sldId="258"/>
            <ac:spMk id="24" creationId="{260CBDCA-6A54-248D-6D7E-22058B06D164}"/>
          </ac:spMkLst>
        </pc:spChg>
        <pc:spChg chg="del mod">
          <ac:chgData name="Patrice Pottier" userId="ec32cf48-b7cd-4a82-a4a8-291044dcd7e6" providerId="ADAL" clId="{93DF414C-E004-456A-B612-DD0B432CEB57}" dt="2024-09-10T01:06:56.545" v="785" actId="478"/>
          <ac:spMkLst>
            <pc:docMk/>
            <pc:sldMk cId="1026396843" sldId="258"/>
            <ac:spMk id="26" creationId="{E049FAA6-76DB-1FD8-0A72-D63712DF1E8D}"/>
          </ac:spMkLst>
        </pc:spChg>
        <pc:spChg chg="del mod">
          <ac:chgData name="Patrice Pottier" userId="ec32cf48-b7cd-4a82-a4a8-291044dcd7e6" providerId="ADAL" clId="{93DF414C-E004-456A-B612-DD0B432CEB57}" dt="2024-09-10T01:06:56.545" v="785" actId="478"/>
          <ac:spMkLst>
            <pc:docMk/>
            <pc:sldMk cId="1026396843" sldId="258"/>
            <ac:spMk id="27" creationId="{3FA60585-5C7B-DCD8-9436-7B845419C7A5}"/>
          </ac:spMkLst>
        </pc:spChg>
        <pc:spChg chg="del mod">
          <ac:chgData name="Patrice Pottier" userId="ec32cf48-b7cd-4a82-a4a8-291044dcd7e6" providerId="ADAL" clId="{93DF414C-E004-456A-B612-DD0B432CEB57}" dt="2024-09-10T01:06:56.545" v="785" actId="478"/>
          <ac:spMkLst>
            <pc:docMk/>
            <pc:sldMk cId="1026396843" sldId="258"/>
            <ac:spMk id="28" creationId="{F6C214DA-CB52-8F81-233A-E24D1ED7AC76}"/>
          </ac:spMkLst>
        </pc:spChg>
        <pc:spChg chg="del mod">
          <ac:chgData name="Patrice Pottier" userId="ec32cf48-b7cd-4a82-a4a8-291044dcd7e6" providerId="ADAL" clId="{93DF414C-E004-456A-B612-DD0B432CEB57}" dt="2024-09-10T00:55:40.557" v="246" actId="478"/>
          <ac:spMkLst>
            <pc:docMk/>
            <pc:sldMk cId="1026396843" sldId="258"/>
            <ac:spMk id="29" creationId="{5CF4B883-9A5A-94E7-0A4B-BCC7C106FD9A}"/>
          </ac:spMkLst>
        </pc:spChg>
        <pc:spChg chg="mod">
          <ac:chgData name="Patrice Pottier" userId="ec32cf48-b7cd-4a82-a4a8-291044dcd7e6" providerId="ADAL" clId="{93DF414C-E004-456A-B612-DD0B432CEB57}" dt="2024-09-10T01:11:47.500" v="1036" actId="1076"/>
          <ac:spMkLst>
            <pc:docMk/>
            <pc:sldMk cId="1026396843" sldId="258"/>
            <ac:spMk id="30" creationId="{D1C1F76E-9E9E-A7E8-C8B2-F76BBC2FBA91}"/>
          </ac:spMkLst>
        </pc:spChg>
        <pc:spChg chg="add mod">
          <ac:chgData name="Patrice Pottier" userId="ec32cf48-b7cd-4a82-a4a8-291044dcd7e6" providerId="ADAL" clId="{93DF414C-E004-456A-B612-DD0B432CEB57}" dt="2024-09-10T01:06:47.810" v="768" actId="1076"/>
          <ac:spMkLst>
            <pc:docMk/>
            <pc:sldMk cId="1026396843" sldId="258"/>
            <ac:spMk id="31" creationId="{9D579173-9B1E-B4F7-9A97-1A5277FE21F5}"/>
          </ac:spMkLst>
        </pc:spChg>
        <pc:spChg chg="add mod">
          <ac:chgData name="Patrice Pottier" userId="ec32cf48-b7cd-4a82-a4a8-291044dcd7e6" providerId="ADAL" clId="{93DF414C-E004-456A-B612-DD0B432CEB57}" dt="2024-09-10T01:06:47.810" v="768" actId="1076"/>
          <ac:spMkLst>
            <pc:docMk/>
            <pc:sldMk cId="1026396843" sldId="258"/>
            <ac:spMk id="32" creationId="{81CC897D-DB31-28B1-A738-D244B19C79A5}"/>
          </ac:spMkLst>
        </pc:spChg>
        <pc:spChg chg="add mod">
          <ac:chgData name="Patrice Pottier" userId="ec32cf48-b7cd-4a82-a4a8-291044dcd7e6" providerId="ADAL" clId="{93DF414C-E004-456A-B612-DD0B432CEB57}" dt="2024-09-17T00:19:37.611" v="1402" actId="20577"/>
          <ac:spMkLst>
            <pc:docMk/>
            <pc:sldMk cId="1026396843" sldId="258"/>
            <ac:spMk id="33" creationId="{F849D7E7-8C52-4FC8-8764-1F4744F4E277}"/>
          </ac:spMkLst>
        </pc:spChg>
        <pc:spChg chg="add mod">
          <ac:chgData name="Patrice Pottier" userId="ec32cf48-b7cd-4a82-a4a8-291044dcd7e6" providerId="ADAL" clId="{93DF414C-E004-456A-B612-DD0B432CEB57}" dt="2024-09-11T23:37:06.960" v="1354" actId="1038"/>
          <ac:spMkLst>
            <pc:docMk/>
            <pc:sldMk cId="1026396843" sldId="258"/>
            <ac:spMk id="36" creationId="{5D53B3C1-F112-1CF9-C02B-A59B7E31E5D2}"/>
          </ac:spMkLst>
        </pc:spChg>
        <pc:spChg chg="add mod">
          <ac:chgData name="Patrice Pottier" userId="ec32cf48-b7cd-4a82-a4a8-291044dcd7e6" providerId="ADAL" clId="{93DF414C-E004-456A-B612-DD0B432CEB57}" dt="2024-09-11T23:37:06.960" v="1354" actId="1038"/>
          <ac:spMkLst>
            <pc:docMk/>
            <pc:sldMk cId="1026396843" sldId="258"/>
            <ac:spMk id="37" creationId="{E0B97F53-94A0-E349-1F1F-83C8ACBD2B9D}"/>
          </ac:spMkLst>
        </pc:spChg>
        <pc:spChg chg="add del mod">
          <ac:chgData name="Patrice Pottier" userId="ec32cf48-b7cd-4a82-a4a8-291044dcd7e6" providerId="ADAL" clId="{93DF414C-E004-456A-B612-DD0B432CEB57}" dt="2024-09-11T23:37:38.204" v="1377" actId="478"/>
          <ac:spMkLst>
            <pc:docMk/>
            <pc:sldMk cId="1026396843" sldId="258"/>
            <ac:spMk id="39" creationId="{04732A52-890D-042E-17AC-3A35F3093CE5}"/>
          </ac:spMkLst>
        </pc:spChg>
        <pc:spChg chg="add del mod">
          <ac:chgData name="Patrice Pottier" userId="ec32cf48-b7cd-4a82-a4a8-291044dcd7e6" providerId="ADAL" clId="{93DF414C-E004-456A-B612-DD0B432CEB57}" dt="2024-09-10T01:34:38.667" v="1223" actId="478"/>
          <ac:spMkLst>
            <pc:docMk/>
            <pc:sldMk cId="1026396843" sldId="258"/>
            <ac:spMk id="40" creationId="{2026B5FA-BFE4-BF87-E269-3419CC18DB32}"/>
          </ac:spMkLst>
        </pc:spChg>
        <pc:cxnChg chg="add mod">
          <ac:chgData name="Patrice Pottier" userId="ec32cf48-b7cd-4a82-a4a8-291044dcd7e6" providerId="ADAL" clId="{93DF414C-E004-456A-B612-DD0B432CEB57}" dt="2024-09-10T01:06:47.810" v="768" actId="1076"/>
          <ac:cxnSpMkLst>
            <pc:docMk/>
            <pc:sldMk cId="1026396843" sldId="258"/>
            <ac:cxnSpMk id="3" creationId="{7717CD1A-467C-95C7-FEC8-9BA67E431898}"/>
          </ac:cxnSpMkLst>
        </pc:cxnChg>
        <pc:cxnChg chg="mod">
          <ac:chgData name="Patrice Pottier" userId="ec32cf48-b7cd-4a82-a4a8-291044dcd7e6" providerId="ADAL" clId="{93DF414C-E004-456A-B612-DD0B432CEB57}" dt="2024-09-11T23:37:06.960" v="1354" actId="1038"/>
          <ac:cxnSpMkLst>
            <pc:docMk/>
            <pc:sldMk cId="1026396843" sldId="258"/>
            <ac:cxnSpMk id="9" creationId="{6490BB5E-D572-5820-7D1A-5E3F8DD4FD35}"/>
          </ac:cxnSpMkLst>
        </pc:cxnChg>
        <pc:cxnChg chg="mod">
          <ac:chgData name="Patrice Pottier" userId="ec32cf48-b7cd-4a82-a4a8-291044dcd7e6" providerId="ADAL" clId="{93DF414C-E004-456A-B612-DD0B432CEB57}" dt="2024-09-11T23:37:06.960" v="1354" actId="1038"/>
          <ac:cxnSpMkLst>
            <pc:docMk/>
            <pc:sldMk cId="1026396843" sldId="258"/>
            <ac:cxnSpMk id="10" creationId="{3295901C-0E16-0A7B-0D0E-B28935BB4615}"/>
          </ac:cxnSpMkLst>
        </pc:cxnChg>
        <pc:cxnChg chg="mod">
          <ac:chgData name="Patrice Pottier" userId="ec32cf48-b7cd-4a82-a4a8-291044dcd7e6" providerId="ADAL" clId="{93DF414C-E004-456A-B612-DD0B432CEB57}" dt="2024-09-11T23:37:06.960" v="1354" actId="1038"/>
          <ac:cxnSpMkLst>
            <pc:docMk/>
            <pc:sldMk cId="1026396843" sldId="258"/>
            <ac:cxnSpMk id="11" creationId="{094776B5-1731-7813-060A-D33D856560C6}"/>
          </ac:cxnSpMkLst>
        </pc:cxnChg>
        <pc:cxnChg chg="mod">
          <ac:chgData name="Patrice Pottier" userId="ec32cf48-b7cd-4a82-a4a8-291044dcd7e6" providerId="ADAL" clId="{93DF414C-E004-456A-B612-DD0B432CEB57}" dt="2024-09-11T23:37:06.960" v="1354" actId="1038"/>
          <ac:cxnSpMkLst>
            <pc:docMk/>
            <pc:sldMk cId="1026396843" sldId="258"/>
            <ac:cxnSpMk id="12" creationId="{D3CB87DD-5A40-5298-9D40-14A6D9832C6B}"/>
          </ac:cxnSpMkLst>
        </pc:cxnChg>
        <pc:cxnChg chg="mod">
          <ac:chgData name="Patrice Pottier" userId="ec32cf48-b7cd-4a82-a4a8-291044dcd7e6" providerId="ADAL" clId="{93DF414C-E004-456A-B612-DD0B432CEB57}" dt="2024-09-11T23:37:27.981" v="1375" actId="1035"/>
          <ac:cxnSpMkLst>
            <pc:docMk/>
            <pc:sldMk cId="1026396843" sldId="258"/>
            <ac:cxnSpMk id="13" creationId="{420C41C0-47E0-ACD3-EC27-1645E9C060CE}"/>
          </ac:cxnSpMkLst>
        </pc:cxnChg>
        <pc:cxnChg chg="del mod">
          <ac:chgData name="Patrice Pottier" userId="ec32cf48-b7cd-4a82-a4a8-291044dcd7e6" providerId="ADAL" clId="{93DF414C-E004-456A-B612-DD0B432CEB57}" dt="2024-09-10T00:55:41.715" v="247" actId="478"/>
          <ac:cxnSpMkLst>
            <pc:docMk/>
            <pc:sldMk cId="1026396843" sldId="258"/>
            <ac:cxnSpMk id="20" creationId="{CC4E39B1-7338-8DD4-F0E7-56D9BC10ADFC}"/>
          </ac:cxnSpMkLst>
        </pc:cxnChg>
        <pc:cxnChg chg="del mod">
          <ac:chgData name="Patrice Pottier" userId="ec32cf48-b7cd-4a82-a4a8-291044dcd7e6" providerId="ADAL" clId="{93DF414C-E004-456A-B612-DD0B432CEB57}" dt="2024-09-10T00:55:44.475" v="250" actId="478"/>
          <ac:cxnSpMkLst>
            <pc:docMk/>
            <pc:sldMk cId="1026396843" sldId="258"/>
            <ac:cxnSpMk id="23" creationId="{3405FEC2-6F94-B1A7-CA12-98855196F824}"/>
          </ac:cxnSpMkLst>
        </pc:cxnChg>
        <pc:cxnChg chg="mod">
          <ac:chgData name="Patrice Pottier" userId="ec32cf48-b7cd-4a82-a4a8-291044dcd7e6" providerId="ADAL" clId="{93DF414C-E004-456A-B612-DD0B432CEB57}" dt="2024-09-11T23:37:06.960" v="1354" actId="1038"/>
          <ac:cxnSpMkLst>
            <pc:docMk/>
            <pc:sldMk cId="1026396843" sldId="258"/>
            <ac:cxnSpMk id="25" creationId="{FB97D2F5-7AE9-807F-8010-5D8CA1E77776}"/>
          </ac:cxnSpMkLst>
        </pc:cxnChg>
        <pc:cxnChg chg="add mod">
          <ac:chgData name="Patrice Pottier" userId="ec32cf48-b7cd-4a82-a4a8-291044dcd7e6" providerId="ADAL" clId="{93DF414C-E004-456A-B612-DD0B432CEB57}" dt="2024-09-11T23:37:06.960" v="1354" actId="1038"/>
          <ac:cxnSpMkLst>
            <pc:docMk/>
            <pc:sldMk cId="1026396843" sldId="258"/>
            <ac:cxnSpMk id="34" creationId="{AEB4CF7B-AFB0-12BA-8BAC-72020F50E948}"/>
          </ac:cxnSpMkLst>
        </pc:cxnChg>
        <pc:cxnChg chg="add mod">
          <ac:chgData name="Patrice Pottier" userId="ec32cf48-b7cd-4a82-a4a8-291044dcd7e6" providerId="ADAL" clId="{93DF414C-E004-456A-B612-DD0B432CEB57}" dt="2024-09-11T23:37:06.960" v="1354" actId="1038"/>
          <ac:cxnSpMkLst>
            <pc:docMk/>
            <pc:sldMk cId="1026396843" sldId="258"/>
            <ac:cxnSpMk id="35" creationId="{42C89877-CB16-8D23-CEF9-B9DC4B2A7598}"/>
          </ac:cxnSpMkLst>
        </pc:cxnChg>
      </pc:sldChg>
      <pc:sldChg chg="addSp modSp del mod">
        <pc:chgData name="Patrice Pottier" userId="ec32cf48-b7cd-4a82-a4a8-291044dcd7e6" providerId="ADAL" clId="{93DF414C-E004-456A-B612-DD0B432CEB57}" dt="2024-09-10T01:04:08.658" v="659" actId="47"/>
        <pc:sldMkLst>
          <pc:docMk/>
          <pc:sldMk cId="3717577467" sldId="259"/>
        </pc:sldMkLst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3" creationId="{1877FCF7-3FC4-E7C4-0EA8-969FCE4F4124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4" creationId="{172D858F-83C0-5338-02AC-E34393290133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5" creationId="{1F3CDBBE-29BE-AE77-A9DE-0CDCB6783F84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6" creationId="{6A4D9CB9-1F37-F1F0-88E7-3B4E9CCFF0C2}"/>
          </ac:spMkLst>
        </pc:spChg>
        <pc:spChg chg="mod">
          <ac:chgData name="Patrice Pottier" userId="ec32cf48-b7cd-4a82-a4a8-291044dcd7e6" providerId="ADAL" clId="{93DF414C-E004-456A-B612-DD0B432CEB57}" dt="2024-09-10T00:49:08.189" v="41" actId="403"/>
          <ac:spMkLst>
            <pc:docMk/>
            <pc:sldMk cId="3717577467" sldId="259"/>
            <ac:spMk id="7" creationId="{AE86106B-C2A8-11F3-4DAE-509C2429C45E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8" creationId="{92A7DA9E-255C-E915-EAE8-098E3F074606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14" creationId="{1908260A-C5F8-FDAA-3E27-AC0B14FE08E2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15" creationId="{8040D6BE-FCF9-DD6D-CF90-0A774DAA0878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16" creationId="{16D9699A-D05D-21B2-3782-8706159D25BF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17" creationId="{1173AEB9-8B1C-62CD-2F9B-F450156FDEFF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18" creationId="{8E6E2682-A745-AD9B-8982-48343F9FD5AE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19" creationId="{F9699739-814D-4C17-C1BB-794C4CB39B70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21" creationId="{B547DC81-09E5-8C2D-82BC-9ADEDAD8169B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22" creationId="{9CBF9B33-BABA-47FB-0BA9-CCC2EF102F10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24" creationId="{260CBDCA-6A54-248D-6D7E-22058B06D164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26" creationId="{E049FAA6-76DB-1FD8-0A72-D63712DF1E8D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27" creationId="{3FA60585-5C7B-DCD8-9436-7B845419C7A5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28" creationId="{F6C214DA-CB52-8F81-233A-E24D1ED7AC76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29" creationId="{5CF4B883-9A5A-94E7-0A4B-BCC7C106FD9A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30" creationId="{D1C1F76E-9E9E-A7E8-C8B2-F76BBC2FBA91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31" creationId="{06959D1A-0589-0F19-FE6D-EE7DC310414C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33" creationId="{0AFA8649-C165-B3D1-CF51-B427FE7BA1AA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34" creationId="{5F367F73-FBB8-C646-BAEB-B435F78F1F8E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36" creationId="{1A77165D-9CA6-69B5-6B78-6087B0AE958B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37" creationId="{7A35F54F-CEAF-31B1-6E74-419ABD82E7EB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39" creationId="{B7E6BFC5-EBE5-1D96-909D-C43C1E6AAFEA}"/>
          </ac:spMkLst>
        </pc:spChg>
        <pc:spChg chg="mod">
          <ac:chgData name="Patrice Pottier" userId="ec32cf48-b7cd-4a82-a4a8-291044dcd7e6" providerId="ADAL" clId="{93DF414C-E004-456A-B612-DD0B432CEB57}" dt="2024-09-10T00:49:01.470" v="40" actId="2711"/>
          <ac:spMkLst>
            <pc:docMk/>
            <pc:sldMk cId="3717577467" sldId="259"/>
            <ac:spMk id="40" creationId="{521C5194-3449-8176-B95E-3AE6C584483F}"/>
          </ac:spMkLst>
        </pc:spChg>
        <pc:cxnChg chg="mod">
          <ac:chgData name="Patrice Pottier" userId="ec32cf48-b7cd-4a82-a4a8-291044dcd7e6" providerId="ADAL" clId="{93DF414C-E004-456A-B612-DD0B432CEB57}" dt="2024-09-10T00:47:02.065" v="22" actId="692"/>
          <ac:cxnSpMkLst>
            <pc:docMk/>
            <pc:sldMk cId="3717577467" sldId="259"/>
            <ac:cxnSpMk id="2" creationId="{0D61A38D-4567-73AD-DF0B-0B2B077D1F92}"/>
          </ac:cxnSpMkLst>
        </pc:cxnChg>
        <pc:cxnChg chg="mod">
          <ac:chgData name="Patrice Pottier" userId="ec32cf48-b7cd-4a82-a4a8-291044dcd7e6" providerId="ADAL" clId="{93DF414C-E004-456A-B612-DD0B432CEB57}" dt="2024-09-10T00:47:02.065" v="22" actId="692"/>
          <ac:cxnSpMkLst>
            <pc:docMk/>
            <pc:sldMk cId="3717577467" sldId="259"/>
            <ac:cxnSpMk id="9" creationId="{6490BB5E-D572-5820-7D1A-5E3F8DD4FD35}"/>
          </ac:cxnSpMkLst>
        </pc:cxnChg>
        <pc:cxnChg chg="mod">
          <ac:chgData name="Patrice Pottier" userId="ec32cf48-b7cd-4a82-a4a8-291044dcd7e6" providerId="ADAL" clId="{93DF414C-E004-456A-B612-DD0B432CEB57}" dt="2024-09-10T00:47:02.065" v="22" actId="692"/>
          <ac:cxnSpMkLst>
            <pc:docMk/>
            <pc:sldMk cId="3717577467" sldId="259"/>
            <ac:cxnSpMk id="10" creationId="{3295901C-0E16-0A7B-0D0E-B28935BB4615}"/>
          </ac:cxnSpMkLst>
        </pc:cxnChg>
        <pc:cxnChg chg="mod">
          <ac:chgData name="Patrice Pottier" userId="ec32cf48-b7cd-4a82-a4a8-291044dcd7e6" providerId="ADAL" clId="{93DF414C-E004-456A-B612-DD0B432CEB57}" dt="2024-09-10T00:47:02.065" v="22" actId="692"/>
          <ac:cxnSpMkLst>
            <pc:docMk/>
            <pc:sldMk cId="3717577467" sldId="259"/>
            <ac:cxnSpMk id="11" creationId="{094776B5-1731-7813-060A-D33D856560C6}"/>
          </ac:cxnSpMkLst>
        </pc:cxnChg>
        <pc:cxnChg chg="mod">
          <ac:chgData name="Patrice Pottier" userId="ec32cf48-b7cd-4a82-a4a8-291044dcd7e6" providerId="ADAL" clId="{93DF414C-E004-456A-B612-DD0B432CEB57}" dt="2024-09-10T00:47:02.065" v="22" actId="692"/>
          <ac:cxnSpMkLst>
            <pc:docMk/>
            <pc:sldMk cId="3717577467" sldId="259"/>
            <ac:cxnSpMk id="12" creationId="{D3CB87DD-5A40-5298-9D40-14A6D9832C6B}"/>
          </ac:cxnSpMkLst>
        </pc:cxnChg>
        <pc:cxnChg chg="mod">
          <ac:chgData name="Patrice Pottier" userId="ec32cf48-b7cd-4a82-a4a8-291044dcd7e6" providerId="ADAL" clId="{93DF414C-E004-456A-B612-DD0B432CEB57}" dt="2024-09-10T00:48:44.669" v="37" actId="208"/>
          <ac:cxnSpMkLst>
            <pc:docMk/>
            <pc:sldMk cId="3717577467" sldId="259"/>
            <ac:cxnSpMk id="13" creationId="{420C41C0-47E0-ACD3-EC27-1645E9C060CE}"/>
          </ac:cxnSpMkLst>
        </pc:cxnChg>
        <pc:cxnChg chg="mod">
          <ac:chgData name="Patrice Pottier" userId="ec32cf48-b7cd-4a82-a4a8-291044dcd7e6" providerId="ADAL" clId="{93DF414C-E004-456A-B612-DD0B432CEB57}" dt="2024-09-10T00:47:02.065" v="22" actId="692"/>
          <ac:cxnSpMkLst>
            <pc:docMk/>
            <pc:sldMk cId="3717577467" sldId="259"/>
            <ac:cxnSpMk id="20" creationId="{CC4E39B1-7338-8DD4-F0E7-56D9BC10ADFC}"/>
          </ac:cxnSpMkLst>
        </pc:cxnChg>
        <pc:cxnChg chg="mod">
          <ac:chgData name="Patrice Pottier" userId="ec32cf48-b7cd-4a82-a4a8-291044dcd7e6" providerId="ADAL" clId="{93DF414C-E004-456A-B612-DD0B432CEB57}" dt="2024-09-10T00:47:02.065" v="22" actId="692"/>
          <ac:cxnSpMkLst>
            <pc:docMk/>
            <pc:sldMk cId="3717577467" sldId="259"/>
            <ac:cxnSpMk id="23" creationId="{3405FEC2-6F94-B1A7-CA12-98855196F824}"/>
          </ac:cxnSpMkLst>
        </pc:cxnChg>
        <pc:cxnChg chg="mod">
          <ac:chgData name="Patrice Pottier" userId="ec32cf48-b7cd-4a82-a4a8-291044dcd7e6" providerId="ADAL" clId="{93DF414C-E004-456A-B612-DD0B432CEB57}" dt="2024-09-10T00:47:12.362" v="24" actId="208"/>
          <ac:cxnSpMkLst>
            <pc:docMk/>
            <pc:sldMk cId="3717577467" sldId="259"/>
            <ac:cxnSpMk id="25" creationId="{FB97D2F5-7AE9-807F-8010-5D8CA1E77776}"/>
          </ac:cxnSpMkLst>
        </pc:cxnChg>
        <pc:cxnChg chg="mod">
          <ac:chgData name="Patrice Pottier" userId="ec32cf48-b7cd-4a82-a4a8-291044dcd7e6" providerId="ADAL" clId="{93DF414C-E004-456A-B612-DD0B432CEB57}" dt="2024-09-10T00:47:02.065" v="22" actId="692"/>
          <ac:cxnSpMkLst>
            <pc:docMk/>
            <pc:sldMk cId="3717577467" sldId="259"/>
            <ac:cxnSpMk id="32" creationId="{07A4EC34-F2AF-E45B-54F0-8EB96934CD04}"/>
          </ac:cxnSpMkLst>
        </pc:cxnChg>
        <pc:cxnChg chg="mod">
          <ac:chgData name="Patrice Pottier" userId="ec32cf48-b7cd-4a82-a4a8-291044dcd7e6" providerId="ADAL" clId="{93DF414C-E004-456A-B612-DD0B432CEB57}" dt="2024-09-10T00:47:02.065" v="22" actId="692"/>
          <ac:cxnSpMkLst>
            <pc:docMk/>
            <pc:sldMk cId="3717577467" sldId="259"/>
            <ac:cxnSpMk id="35" creationId="{C0823EAA-35BA-9D3B-6E6E-90A7B02A3B15}"/>
          </ac:cxnSpMkLst>
        </pc:cxnChg>
        <pc:cxnChg chg="mod">
          <ac:chgData name="Patrice Pottier" userId="ec32cf48-b7cd-4a82-a4a8-291044dcd7e6" providerId="ADAL" clId="{93DF414C-E004-456A-B612-DD0B432CEB57}" dt="2024-09-10T00:47:02.065" v="22" actId="692"/>
          <ac:cxnSpMkLst>
            <pc:docMk/>
            <pc:sldMk cId="3717577467" sldId="259"/>
            <ac:cxnSpMk id="38" creationId="{03EDBEA2-2406-B1D1-F57D-AEE638134BBC}"/>
          </ac:cxnSpMkLst>
        </pc:cxnChg>
        <pc:cxnChg chg="add mod">
          <ac:chgData name="Patrice Pottier" userId="ec32cf48-b7cd-4a82-a4a8-291044dcd7e6" providerId="ADAL" clId="{93DF414C-E004-456A-B612-DD0B432CEB57}" dt="2024-09-10T00:46:47.646" v="20" actId="571"/>
          <ac:cxnSpMkLst>
            <pc:docMk/>
            <pc:sldMk cId="3717577467" sldId="259"/>
            <ac:cxnSpMk id="41" creationId="{67A0305E-18A8-1AD8-1EB3-C07FF4D37476}"/>
          </ac:cxnSpMkLst>
        </pc:cxnChg>
        <pc:cxnChg chg="add mod">
          <ac:chgData name="Patrice Pottier" userId="ec32cf48-b7cd-4a82-a4a8-291044dcd7e6" providerId="ADAL" clId="{93DF414C-E004-456A-B612-DD0B432CEB57}" dt="2024-09-10T00:46:47.646" v="20" actId="571"/>
          <ac:cxnSpMkLst>
            <pc:docMk/>
            <pc:sldMk cId="3717577467" sldId="259"/>
            <ac:cxnSpMk id="42" creationId="{6692C0AE-DA11-2C4A-74E8-9C7379B4EF17}"/>
          </ac:cxnSpMkLst>
        </pc:cxnChg>
        <pc:cxnChg chg="add mod">
          <ac:chgData name="Patrice Pottier" userId="ec32cf48-b7cd-4a82-a4a8-291044dcd7e6" providerId="ADAL" clId="{93DF414C-E004-456A-B612-DD0B432CEB57}" dt="2024-09-10T00:46:47.646" v="20" actId="571"/>
          <ac:cxnSpMkLst>
            <pc:docMk/>
            <pc:sldMk cId="3717577467" sldId="259"/>
            <ac:cxnSpMk id="43" creationId="{6B6028E0-3C0D-DD9C-B976-E7359E5B2360}"/>
          </ac:cxnSpMkLst>
        </pc:cxnChg>
        <pc:cxnChg chg="add mod">
          <ac:chgData name="Patrice Pottier" userId="ec32cf48-b7cd-4a82-a4a8-291044dcd7e6" providerId="ADAL" clId="{93DF414C-E004-456A-B612-DD0B432CEB57}" dt="2024-09-10T00:46:47.646" v="20" actId="571"/>
          <ac:cxnSpMkLst>
            <pc:docMk/>
            <pc:sldMk cId="3717577467" sldId="259"/>
            <ac:cxnSpMk id="44" creationId="{0EBF0969-C4EB-F317-2084-6F48B03F1E04}"/>
          </ac:cxnSpMkLst>
        </pc:cxnChg>
      </pc:sldChg>
      <pc:sldChg chg="modSp del mod">
        <pc:chgData name="Patrice Pottier" userId="ec32cf48-b7cd-4a82-a4a8-291044dcd7e6" providerId="ADAL" clId="{93DF414C-E004-456A-B612-DD0B432CEB57}" dt="2024-09-10T01:03:39.575" v="645" actId="47"/>
        <pc:sldMkLst>
          <pc:docMk/>
          <pc:sldMk cId="413760378" sldId="260"/>
        </pc:sldMkLst>
        <pc:spChg chg="mod">
          <ac:chgData name="Patrice Pottier" userId="ec32cf48-b7cd-4a82-a4a8-291044dcd7e6" providerId="ADAL" clId="{93DF414C-E004-456A-B612-DD0B432CEB57}" dt="2024-09-10T00:53:26.210" v="241" actId="2711"/>
          <ac:spMkLst>
            <pc:docMk/>
            <pc:sldMk cId="413760378" sldId="260"/>
            <ac:spMk id="30" creationId="{D1C1F76E-9E9E-A7E8-C8B2-F76BBC2FBA91}"/>
          </ac:spMkLst>
        </pc:spChg>
        <pc:graphicFrameChg chg="modGraphic">
          <ac:chgData name="Patrice Pottier" userId="ec32cf48-b7cd-4a82-a4a8-291044dcd7e6" providerId="ADAL" clId="{93DF414C-E004-456A-B612-DD0B432CEB57}" dt="2024-09-10T00:53:34.557" v="242" actId="2711"/>
          <ac:graphicFrameMkLst>
            <pc:docMk/>
            <pc:sldMk cId="413760378" sldId="260"/>
            <ac:graphicFrameMk id="2" creationId="{4233F237-C136-E255-98A8-AE7A7C572745}"/>
          </ac:graphicFrameMkLst>
        </pc:graphicFrameChg>
      </pc:sldChg>
      <pc:sldChg chg="modSp add del mod">
        <pc:chgData name="Patrice Pottier" userId="ec32cf48-b7cd-4a82-a4a8-291044dcd7e6" providerId="ADAL" clId="{93DF414C-E004-456A-B612-DD0B432CEB57}" dt="2024-09-10T01:04:49.703" v="725" actId="47"/>
        <pc:sldMkLst>
          <pc:docMk/>
          <pc:sldMk cId="4190811623" sldId="260"/>
        </pc:sldMkLst>
        <pc:spChg chg="mod">
          <ac:chgData name="Patrice Pottier" userId="ec32cf48-b7cd-4a82-a4a8-291044dcd7e6" providerId="ADAL" clId="{93DF414C-E004-456A-B612-DD0B432CEB57}" dt="2024-09-10T01:04:31.508" v="716" actId="20577"/>
          <ac:spMkLst>
            <pc:docMk/>
            <pc:sldMk cId="4190811623" sldId="260"/>
            <ac:spMk id="8" creationId="{92A7DA9E-255C-E915-EAE8-098E3F074606}"/>
          </ac:spMkLst>
        </pc:spChg>
        <pc:spChg chg="mod">
          <ac:chgData name="Patrice Pottier" userId="ec32cf48-b7cd-4a82-a4a8-291044dcd7e6" providerId="ADAL" clId="{93DF414C-E004-456A-B612-DD0B432CEB57}" dt="2024-09-10T01:04:17.322" v="681" actId="20577"/>
          <ac:spMkLst>
            <pc:docMk/>
            <pc:sldMk cId="4190811623" sldId="260"/>
            <ac:spMk id="14" creationId="{1908260A-C5F8-FDAA-3E27-AC0B14FE08E2}"/>
          </ac:spMkLst>
        </pc:spChg>
        <pc:spChg chg="mod">
          <ac:chgData name="Patrice Pottier" userId="ec32cf48-b7cd-4a82-a4a8-291044dcd7e6" providerId="ADAL" clId="{93DF414C-E004-456A-B612-DD0B432CEB57}" dt="2024-09-10T01:04:21.159" v="690" actId="20577"/>
          <ac:spMkLst>
            <pc:docMk/>
            <pc:sldMk cId="4190811623" sldId="260"/>
            <ac:spMk id="15" creationId="{8040D6BE-FCF9-DD6D-CF90-0A774DAA0878}"/>
          </ac:spMkLst>
        </pc:spChg>
        <pc:spChg chg="mod">
          <ac:chgData name="Patrice Pottier" userId="ec32cf48-b7cd-4a82-a4a8-291044dcd7e6" providerId="ADAL" clId="{93DF414C-E004-456A-B612-DD0B432CEB57}" dt="2024-09-10T01:04:26.174" v="701" actId="20577"/>
          <ac:spMkLst>
            <pc:docMk/>
            <pc:sldMk cId="4190811623" sldId="260"/>
            <ac:spMk id="16" creationId="{16D9699A-D05D-21B2-3782-8706159D25BF}"/>
          </ac:spMkLst>
        </pc:spChg>
        <pc:spChg chg="mod">
          <ac:chgData name="Patrice Pottier" userId="ec32cf48-b7cd-4a82-a4a8-291044dcd7e6" providerId="ADAL" clId="{93DF414C-E004-456A-B612-DD0B432CEB57}" dt="2024-09-10T01:04:13.815" v="672" actId="20577"/>
          <ac:spMkLst>
            <pc:docMk/>
            <pc:sldMk cId="4190811623" sldId="260"/>
            <ac:spMk id="30" creationId="{D1C1F76E-9E9E-A7E8-C8B2-F76BBC2FBA91}"/>
          </ac:spMkLst>
        </pc:spChg>
      </pc:sldChg>
      <pc:sldChg chg="modSp del mod">
        <pc:chgData name="Patrice Pottier" userId="ec32cf48-b7cd-4a82-a4a8-291044dcd7e6" providerId="ADAL" clId="{93DF414C-E004-456A-B612-DD0B432CEB57}" dt="2024-09-10T01:04:00.450" v="657" actId="47"/>
        <pc:sldMkLst>
          <pc:docMk/>
          <pc:sldMk cId="2755508315" sldId="262"/>
        </pc:sldMkLst>
        <pc:spChg chg="mod">
          <ac:chgData name="Patrice Pottier" userId="ec32cf48-b7cd-4a82-a4a8-291044dcd7e6" providerId="ADAL" clId="{93DF414C-E004-456A-B612-DD0B432CEB57}" dt="2024-09-10T00:53:47.993" v="244" actId="2711"/>
          <ac:spMkLst>
            <pc:docMk/>
            <pc:sldMk cId="2755508315" sldId="262"/>
            <ac:spMk id="30" creationId="{D1C1F76E-9E9E-A7E8-C8B2-F76BBC2FBA91}"/>
          </ac:spMkLst>
        </pc:spChg>
        <pc:graphicFrameChg chg="modGraphic">
          <ac:chgData name="Patrice Pottier" userId="ec32cf48-b7cd-4a82-a4a8-291044dcd7e6" providerId="ADAL" clId="{93DF414C-E004-456A-B612-DD0B432CEB57}" dt="2024-09-10T00:53:41.351" v="243" actId="2711"/>
          <ac:graphicFrameMkLst>
            <pc:docMk/>
            <pc:sldMk cId="2755508315" sldId="262"/>
            <ac:graphicFrameMk id="2" creationId="{4233F237-C136-E255-98A8-AE7A7C572745}"/>
          </ac:graphicFrameMkLst>
        </pc:graphicFrameChg>
      </pc:sldChg>
    </pc:docChg>
  </pc:docChgLst>
  <pc:docChgLst>
    <pc:chgData name="Patrice Pottier" userId="ec32cf48-b7cd-4a82-a4a8-291044dcd7e6" providerId="ADAL" clId="{477812E5-4EB3-4576-8A10-DFA0CB1A2D47}"/>
    <pc:docChg chg="modSld">
      <pc:chgData name="Patrice Pottier" userId="ec32cf48-b7cd-4a82-a4a8-291044dcd7e6" providerId="ADAL" clId="{477812E5-4EB3-4576-8A10-DFA0CB1A2D47}" dt="2024-11-04T22:16:43.073" v="0" actId="20577"/>
      <pc:docMkLst>
        <pc:docMk/>
      </pc:docMkLst>
      <pc:sldChg chg="modSp mod">
        <pc:chgData name="Patrice Pottier" userId="ec32cf48-b7cd-4a82-a4a8-291044dcd7e6" providerId="ADAL" clId="{477812E5-4EB3-4576-8A10-DFA0CB1A2D47}" dt="2024-11-04T22:16:43.073" v="0" actId="20577"/>
        <pc:sldMkLst>
          <pc:docMk/>
          <pc:sldMk cId="1026396843" sldId="258"/>
        </pc:sldMkLst>
        <pc:spChg chg="mod">
          <ac:chgData name="Patrice Pottier" userId="ec32cf48-b7cd-4a82-a4a8-291044dcd7e6" providerId="ADAL" clId="{477812E5-4EB3-4576-8A10-DFA0CB1A2D47}" dt="2024-11-04T22:16:43.073" v="0" actId="20577"/>
          <ac:spMkLst>
            <pc:docMk/>
            <pc:sldMk cId="1026396843" sldId="258"/>
            <ac:spMk id="6" creationId="{6A4D9CB9-1F37-F1F0-88E7-3B4E9CCFF0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72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153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847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55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87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967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379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846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379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058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323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05FA2-56B0-4D0D-BCCB-6335667DB78A}" type="datetimeFigureOut">
              <a:rPr lang="en-AU" smtClean="0"/>
              <a:t>5/11/2024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A0F43-78E3-45E4-BE35-A297508D43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956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2D858F-83C0-5338-02AC-E34393290133}"/>
              </a:ext>
            </a:extLst>
          </p:cNvPr>
          <p:cNvSpPr/>
          <p:nvPr/>
        </p:nvSpPr>
        <p:spPr>
          <a:xfrm>
            <a:off x="698527" y="4166946"/>
            <a:ext cx="3428465" cy="8068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Responses to climate change? </a:t>
            </a:r>
            <a:b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(i.e., include responses to temperature, oxygen, pH, salinity, humidity)</a:t>
            </a:r>
            <a:endParaRPr lang="en-AU" sz="1400" dirty="0">
              <a:solidFill>
                <a:schemeClr val="tx1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3CDBBE-29BE-AE77-A9DE-0CDCB6783F84}"/>
              </a:ext>
            </a:extLst>
          </p:cNvPr>
          <p:cNvSpPr/>
          <p:nvPr/>
        </p:nvSpPr>
        <p:spPr>
          <a:xfrm>
            <a:off x="707642" y="1397040"/>
            <a:ext cx="3428465" cy="8067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Experimental study?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(i.e., exclude reviews, field observations, theoretical studies, etc)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4D9CB9-1F37-F1F0-88E7-3B4E9CCFF0C2}"/>
              </a:ext>
            </a:extLst>
          </p:cNvPr>
          <p:cNvSpPr/>
          <p:nvPr/>
        </p:nvSpPr>
        <p:spPr>
          <a:xfrm>
            <a:off x="700788" y="2819446"/>
            <a:ext cx="3428465" cy="69732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Non-human animals?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(i.e., exclude plants, microorganisms</a:t>
            </a:r>
            <a:r>
              <a:rPr lang="en-US" sz="140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humans)</a:t>
            </a:r>
            <a:endParaRPr lang="en-AU" sz="1400" dirty="0">
              <a:solidFill>
                <a:schemeClr val="tx1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86106B-C2A8-11F3-4DAE-509C2429C45E}"/>
              </a:ext>
            </a:extLst>
          </p:cNvPr>
          <p:cNvSpPr/>
          <p:nvPr/>
        </p:nvSpPr>
        <p:spPr>
          <a:xfrm>
            <a:off x="5210830" y="1356366"/>
            <a:ext cx="1405868" cy="54803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EXCLUDE</a:t>
            </a:r>
            <a:endParaRPr lang="en-AU" sz="1400" b="1" dirty="0">
              <a:solidFill>
                <a:schemeClr val="tx1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A7DA9E-255C-E915-EAE8-098E3F074606}"/>
              </a:ext>
            </a:extLst>
          </p:cNvPr>
          <p:cNvSpPr/>
          <p:nvPr/>
        </p:nvSpPr>
        <p:spPr>
          <a:xfrm>
            <a:off x="698528" y="7415054"/>
            <a:ext cx="3428464" cy="69732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I</a:t>
            </a:r>
            <a:r>
              <a:rPr lang="en-AU" sz="1400" b="1" dirty="0" err="1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nclude</a:t>
            </a:r>
            <a:r>
              <a:rPr lang="en-AU" sz="1400" b="1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for data extraction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90BB5E-D572-5820-7D1A-5E3F8DD4FD35}"/>
              </a:ext>
            </a:extLst>
          </p:cNvPr>
          <p:cNvCxnSpPr>
            <a:cxnSpLocks/>
          </p:cNvCxnSpPr>
          <p:nvPr/>
        </p:nvCxnSpPr>
        <p:spPr>
          <a:xfrm>
            <a:off x="4194967" y="4569343"/>
            <a:ext cx="801564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95901C-0E16-0A7B-0D0E-B28935BB4615}"/>
              </a:ext>
            </a:extLst>
          </p:cNvPr>
          <p:cNvCxnSpPr>
            <a:cxnSpLocks/>
          </p:cNvCxnSpPr>
          <p:nvPr/>
        </p:nvCxnSpPr>
        <p:spPr>
          <a:xfrm>
            <a:off x="4215440" y="3157560"/>
            <a:ext cx="815431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4776B5-1731-7813-060A-D33D856560C6}"/>
              </a:ext>
            </a:extLst>
          </p:cNvPr>
          <p:cNvCxnSpPr>
            <a:cxnSpLocks/>
          </p:cNvCxnSpPr>
          <p:nvPr/>
        </p:nvCxnSpPr>
        <p:spPr>
          <a:xfrm>
            <a:off x="2379597" y="2255478"/>
            <a:ext cx="0" cy="480060"/>
          </a:xfrm>
          <a:prstGeom prst="straightConnector1">
            <a:avLst/>
          </a:prstGeom>
          <a:ln w="38100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CB87DD-5A40-5298-9D40-14A6D9832C6B}"/>
              </a:ext>
            </a:extLst>
          </p:cNvPr>
          <p:cNvCxnSpPr>
            <a:cxnSpLocks/>
          </p:cNvCxnSpPr>
          <p:nvPr/>
        </p:nvCxnSpPr>
        <p:spPr>
          <a:xfrm>
            <a:off x="2433045" y="3612028"/>
            <a:ext cx="0" cy="480060"/>
          </a:xfrm>
          <a:prstGeom prst="straightConnector1">
            <a:avLst/>
          </a:prstGeom>
          <a:ln w="38100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0C41C0-47E0-ACD3-EC27-1645E9C060CE}"/>
              </a:ext>
            </a:extLst>
          </p:cNvPr>
          <p:cNvCxnSpPr>
            <a:cxnSpLocks/>
          </p:cNvCxnSpPr>
          <p:nvPr/>
        </p:nvCxnSpPr>
        <p:spPr>
          <a:xfrm>
            <a:off x="2440682" y="6885020"/>
            <a:ext cx="0" cy="48006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908260A-C5F8-FDAA-3E27-AC0B14FE08E2}"/>
              </a:ext>
            </a:extLst>
          </p:cNvPr>
          <p:cNvSpPr txBox="1"/>
          <p:nvPr/>
        </p:nvSpPr>
        <p:spPr>
          <a:xfrm>
            <a:off x="2467529" y="2346607"/>
            <a:ext cx="1287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40D6BE-FCF9-DD6D-CF90-0A774DAA0878}"/>
              </a:ext>
            </a:extLst>
          </p:cNvPr>
          <p:cNvSpPr txBox="1"/>
          <p:nvPr/>
        </p:nvSpPr>
        <p:spPr>
          <a:xfrm>
            <a:off x="2515935" y="3668894"/>
            <a:ext cx="1287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9699A-D05D-21B2-3782-8706159D25BF}"/>
              </a:ext>
            </a:extLst>
          </p:cNvPr>
          <p:cNvSpPr txBox="1"/>
          <p:nvPr/>
        </p:nvSpPr>
        <p:spPr>
          <a:xfrm>
            <a:off x="2515933" y="6954735"/>
            <a:ext cx="1287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73AEB9-8B1C-62CD-2F9B-F450156FDEFF}"/>
              </a:ext>
            </a:extLst>
          </p:cNvPr>
          <p:cNvSpPr txBox="1"/>
          <p:nvPr/>
        </p:nvSpPr>
        <p:spPr>
          <a:xfrm>
            <a:off x="4418097" y="1533090"/>
            <a:ext cx="445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6E2682-A745-AD9B-8982-48343F9FD5AE}"/>
              </a:ext>
            </a:extLst>
          </p:cNvPr>
          <p:cNvSpPr txBox="1"/>
          <p:nvPr/>
        </p:nvSpPr>
        <p:spPr>
          <a:xfrm>
            <a:off x="4394763" y="4296467"/>
            <a:ext cx="445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699739-814D-4C17-C1BB-794C4CB39B70}"/>
              </a:ext>
            </a:extLst>
          </p:cNvPr>
          <p:cNvSpPr txBox="1"/>
          <p:nvPr/>
        </p:nvSpPr>
        <p:spPr>
          <a:xfrm>
            <a:off x="4418097" y="2891109"/>
            <a:ext cx="445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No</a:t>
            </a:r>
          </a:p>
        </p:txBody>
      </p:sp>
      <p:cxnSp>
        <p:nvCxnSpPr>
          <p:cNvPr id="25" name="Straight Arrow Connector 14">
            <a:extLst>
              <a:ext uri="{FF2B5EF4-FFF2-40B4-BE49-F238E27FC236}">
                <a16:creationId xmlns:a16="http://schemas.microsoft.com/office/drawing/2014/main" id="{FB97D2F5-7AE9-807F-8010-5D8CA1E77776}"/>
              </a:ext>
            </a:extLst>
          </p:cNvPr>
          <p:cNvCxnSpPr>
            <a:cxnSpLocks/>
          </p:cNvCxnSpPr>
          <p:nvPr/>
        </p:nvCxnSpPr>
        <p:spPr>
          <a:xfrm>
            <a:off x="4223688" y="1806338"/>
            <a:ext cx="801564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1C1F76E-9E9E-A7E8-C8B2-F76BBC2FBA91}"/>
              </a:ext>
            </a:extLst>
          </p:cNvPr>
          <p:cNvSpPr/>
          <p:nvPr/>
        </p:nvSpPr>
        <p:spPr>
          <a:xfrm>
            <a:off x="206453" y="736664"/>
            <a:ext cx="66515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b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Decision</a:t>
            </a:r>
            <a:r>
              <a:rPr lang="fr-FR" sz="1600" b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</a:t>
            </a:r>
            <a:r>
              <a:rPr lang="fr-FR" sz="1600" b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tree</a:t>
            </a:r>
            <a:r>
              <a:rPr lang="fr-FR" sz="1600" b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for screening articles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849D7E7-8C52-4FC8-8764-1F4744F4E277}"/>
              </a:ext>
            </a:extLst>
          </p:cNvPr>
          <p:cNvSpPr/>
          <p:nvPr/>
        </p:nvSpPr>
        <p:spPr>
          <a:xfrm>
            <a:off x="701616" y="5630813"/>
            <a:ext cx="3428465" cy="120591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Measured physiological </a:t>
            </a:r>
            <a:b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b="1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or life-history trait?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(e.g., environmental tolerance, metabolic rates, immune responses, hormone levels, </a:t>
            </a:r>
            <a:r>
              <a:rPr lang="en-US" sz="1400" dirty="0" err="1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etc</a:t>
            </a:r>
            <a:r>
              <a:rPr lang="en-US" sz="1400" dirty="0">
                <a:solidFill>
                  <a:schemeClr val="tx1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endParaRPr lang="en-AU" sz="1400" dirty="0">
              <a:solidFill>
                <a:schemeClr val="tx1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EB4CF7B-AFB0-12BA-8BAC-72020F50E948}"/>
              </a:ext>
            </a:extLst>
          </p:cNvPr>
          <p:cNvCxnSpPr>
            <a:cxnSpLocks/>
          </p:cNvCxnSpPr>
          <p:nvPr/>
        </p:nvCxnSpPr>
        <p:spPr>
          <a:xfrm>
            <a:off x="4236618" y="6168953"/>
            <a:ext cx="815431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2C89877-CB16-8D23-CEF9-B9DC4B2A7598}"/>
              </a:ext>
            </a:extLst>
          </p:cNvPr>
          <p:cNvCxnSpPr>
            <a:cxnSpLocks/>
          </p:cNvCxnSpPr>
          <p:nvPr/>
        </p:nvCxnSpPr>
        <p:spPr>
          <a:xfrm>
            <a:off x="2433043" y="5091065"/>
            <a:ext cx="0" cy="480060"/>
          </a:xfrm>
          <a:prstGeom prst="straightConnector1">
            <a:avLst/>
          </a:prstGeom>
          <a:ln w="38100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D53B3C1-F112-1CF9-C02B-A59B7E31E5D2}"/>
              </a:ext>
            </a:extLst>
          </p:cNvPr>
          <p:cNvSpPr txBox="1"/>
          <p:nvPr/>
        </p:nvSpPr>
        <p:spPr>
          <a:xfrm>
            <a:off x="2515933" y="5147931"/>
            <a:ext cx="1287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B97F53-94A0-E349-1F1F-83C8ACBD2B9D}"/>
              </a:ext>
            </a:extLst>
          </p:cNvPr>
          <p:cNvSpPr txBox="1"/>
          <p:nvPr/>
        </p:nvSpPr>
        <p:spPr>
          <a:xfrm>
            <a:off x="4439275" y="5902502"/>
            <a:ext cx="445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026396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837</TotalTime>
  <Words>103</Words>
  <Application>Microsoft Office PowerPoint</Application>
  <PresentationFormat>A4 Paper (210x297 mm)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Patrice Pottier</dc:creator>
  <cp:lastModifiedBy>Patrice Pottier</cp:lastModifiedBy>
  <cp:revision>3</cp:revision>
  <dcterms:created xsi:type="dcterms:W3CDTF">2024-06-05T04:50:32Z</dcterms:created>
  <dcterms:modified xsi:type="dcterms:W3CDTF">2024-11-04T22:16:43Z</dcterms:modified>
</cp:coreProperties>
</file>